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Instructions</a:t>
            </a:r>
            <a:br>
              <a:rPr lang="en-US"/>
            </a:br>
            <a:r>
              <a:rPr lang="en-US"/>
              <a:t>      • Begin by reading aloud the slide's main heading and subheading to focus students on today's theme: balancing profit and service in business.</a:t>
            </a:r>
            <a:br>
              <a:rPr lang="en-US"/>
            </a:br>
            <a:r>
              <a:rPr lang="en-US"/>
              <a:t>• Provide context: explain this is a reflection activity meant to connect the lesson to real-world examples and personal experiences.</a:t>
            </a:r>
            <a:br>
              <a:rPr lang="en-US"/>
            </a:br>
            <a:r>
              <a:rPr lang="en-US"/>
              <a:t>• Model the response: Verbally complete the sentence-starter with a clear example (e.g., 'A business I know that balances making profit and serving others is Patagonia. They do this by creating quality outdoor clothing while prioritizing environmental sustainability and ethical practices in their supply chain.').</a:t>
            </a:r>
            <a:br>
              <a:rPr lang="en-US"/>
            </a:br>
            <a:r>
              <a:rPr lang="en-US"/>
              <a:t>• Remind students of the sentence starter prompt and how to structure their answer.</a:t>
            </a:r>
            <a:br>
              <a:rPr lang="en-US"/>
            </a:br>
            <a:r>
              <a:rPr lang="en-US"/>
              <a:t>• Instruct students to write their response individually, using the sentence starter in English. Encourage them to think of a well-known business (local, national, or global) and explain both how the business makes a profit and how it serves others (customers, community, environment, etc.).</a:t>
            </a:r>
            <a:br>
              <a:rPr lang="en-US"/>
            </a:br>
            <a:r>
              <a:rPr lang="en-US"/>
              <a:t>• Give students 3-4 minutes to write their responses.</a:t>
            </a:r>
            <a:br>
              <a:rPr lang="en-US"/>
            </a:br>
            <a:r>
              <a:rPr lang="en-US"/>
              <a:t>• Invite 2-3 students to share their responses aloud, prompting further explanation if needed. Reinforce appreciation for diverse examples.</a:t>
            </a:r>
            <a:br>
              <a:rPr lang="en-US"/>
            </a:br>
            <a:r>
              <a:rPr lang="en-US"/>
              <a:t>• After sharing, summarize key takeaways: highlight that businesses exist to make a profit but also serve wider needs or positive impacts, often using the stakeholder model discussed earlier.</a:t>
            </a:r>
            <a:br>
              <a:rPr lang="en-US"/>
            </a:br>
            <a:r>
              <a:rPr lang="en-US"/>
              <a:t>• Preview for students: understanding this balance will be essential as you examine other business topics going forward in this unit.</a:t>
            </a:r>
            <a:br>
              <a:rPr lang="en-US"/>
            </a:br>
            <a:r>
              <a:rPr lang="en-US"/>
              <a:t>      </a:t>
            </a:r>
            <a:br>
              <a:rPr lang="en-US"/>
            </a:br>
            <a:r>
              <a:rPr lang="en-US"/>
              <a:t>      Speaker notes</a:t>
            </a:r>
            <a:br>
              <a:rPr lang="en-US"/>
            </a:br>
            <a:r>
              <a:rPr lang="en-US"/>
              <a:t>      • Emphasize the dual purpose of businesses—profit and social responsibility—reviewed in the lesson. </a:t>
            </a:r>
            <a:br>
              <a:rPr lang="en-US"/>
            </a:br>
            <a:r>
              <a:rPr lang="en-US"/>
              <a:t>• Use modeling to set clear expectations: offer a grade-appropriate example, linking details to both profit-making and service to others.</a:t>
            </a:r>
            <a:br>
              <a:rPr lang="en-US"/>
            </a:br>
            <a:r>
              <a:rPr lang="en-US"/>
              <a:t>• When students share, encourage connections to core lesson concepts: customers, communities, ethical practices, stakeholder interests, etc.</a:t>
            </a:r>
            <a:br>
              <a:rPr lang="en-US"/>
            </a:br>
            <a:r>
              <a:rPr lang="en-US"/>
              <a:t>• Validate diverse responses and ask follow-up questions when necessary (e.g., 'Can you give a specific example of how that business serves its community?').</a:t>
            </a:r>
            <a:br>
              <a:rPr lang="en-US"/>
            </a:br>
            <a:r>
              <a:rPr lang="en-US"/>
              <a:t>• Synthesize shares into a broader summary: All businesses must decide how to balance self-interest (profit) and service to stakeholders. The ways they do this can vary widely—there is no single approach.</a:t>
            </a:r>
            <a:br>
              <a:rPr lang="en-US"/>
            </a:br>
            <a:r>
              <a:rPr lang="en-US"/>
              <a:t>• Connect this reflection to the unit: Explain that nearly all business topics—marketing, HR, finance, ethics—are shaped by how organizations strike this balance.</a:t>
            </a:r>
            <a:br>
              <a:rPr lang="en-US"/>
            </a:br>
            <a:r>
              <a:rPr lang="en-US"/>
              <a:t>• Check for understanding before moving on: Ask, 'Why is it important for us to recognize both sides of this in business?'</a:t>
            </a:r>
            <a:br>
              <a:rPr lang="en-US"/>
            </a:br>
            <a:r>
              <a:rPr lang="en-US"/>
              <a:t>    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assets/images/backgrounds/scholarly.sv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3840" y="493776"/>
            <a:ext cx="1016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934720" y="2252853"/>
            <a:ext cx="71729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business I know of that balances making profit and serving others is… They do this by…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Write a brief response connecting today’s lesson to a real company. Be ready to share your example and explain how the business serves both itself and others.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34726" y="1645925"/>
            <a:ext cx="80880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677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57677F"/>
                </a:solidFill>
                <a:latin typeface="Georgia"/>
                <a:ea typeface="Georgia"/>
                <a:cs typeface="Georgia"/>
                <a:sym typeface="Georgia"/>
              </a:rPr>
              <a:t>Reflect: Profit &amp; Service in Business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