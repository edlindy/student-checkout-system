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Instructions</a:t>
            </a:r>
            <a:br>
              <a:rPr lang="en-US"/>
            </a:br>
            <a:r>
              <a:rPr lang="en-US"/>
              <a:t>      - Begin by reading the main heading and subheading aloud to ensure all students understand the focus (the stakeholder model and business responsibilities).</a:t>
            </a:r>
            <a:br>
              <a:rPr lang="en-US"/>
            </a:br>
            <a:r>
              <a:rPr lang="en-US"/>
              <a:t>- Clarify the definition of 'stakeholders'—emphasize that this includes more than just owners and employees; use the examples listed (owners, employees, customers, suppliers, local community, etc.).</a:t>
            </a:r>
            <a:br>
              <a:rPr lang="en-US"/>
            </a:br>
            <a:r>
              <a:rPr lang="en-US"/>
              <a:t>- Briefly explain, using a relevant example, how a business decision (e.g., raising prices or cutting costs) might affect different stakeholders differently. For instance, raising prices may increase profits for owners but could alienate customers or hurt sales.</a:t>
            </a:r>
            <a:br>
              <a:rPr lang="en-US"/>
            </a:br>
            <a:r>
              <a:rPr lang="en-US"/>
              <a:t>- Model a quick example verbally: pick two sample stakeholders (e.g., employees and customers), and describe in a sentence or two how a decision (like cutting costs by reducing staff hours) might impact each.</a:t>
            </a:r>
            <a:br>
              <a:rPr lang="en-US"/>
            </a:br>
            <a:r>
              <a:rPr lang="en-US"/>
              <a:t>- Instruct students to pair up or form small groups. Direct them to choose any two stakeholders from the slide or definition, consider a business decision, and discuss how each stakeholder might be affected.</a:t>
            </a:r>
            <a:br>
              <a:rPr lang="en-US"/>
            </a:br>
            <a:r>
              <a:rPr lang="en-US"/>
              <a:t>- Circulate while students discuss, listening for insightful points or misconceptions to address during the share-out.</a:t>
            </a:r>
            <a:br>
              <a:rPr lang="en-US"/>
            </a:br>
            <a:r>
              <a:rPr lang="en-US"/>
              <a:t>- Bring the class back together and invite volunteers from several groups to share one of their examples or insights.</a:t>
            </a:r>
            <a:br>
              <a:rPr lang="en-US"/>
            </a:br>
            <a:r>
              <a:rPr lang="en-US"/>
              <a:t>- Conclude by highlighting that a responsible business must think about the effects of decisions on all stakeholders, not just profit for owners.</a:t>
            </a:r>
            <a:br>
              <a:rPr lang="en-US"/>
            </a:br>
            <a:br>
              <a:rPr lang="en-US"/>
            </a:br>
            <a:r>
              <a:rPr lang="en-US"/>
              <a:t>      </a:t>
            </a:r>
            <a:br>
              <a:rPr lang="en-US"/>
            </a:br>
            <a:r>
              <a:rPr lang="en-US"/>
              <a:t>      Speaker notes</a:t>
            </a:r>
            <a:br>
              <a:rPr lang="en-US"/>
            </a:br>
            <a:r>
              <a:rPr lang="en-US"/>
              <a:t>      - Remind students that stakeholders can be direct (employees, owners) or indirect (local communities, suppliers).</a:t>
            </a:r>
            <a:br>
              <a:rPr lang="en-US"/>
            </a:br>
            <a:r>
              <a:rPr lang="en-US"/>
              <a:t>- Highlight that business decisions often create both positive and negative impacts on different stakeholder groups.</a:t>
            </a:r>
            <a:br>
              <a:rPr lang="en-US"/>
            </a:br>
            <a:r>
              <a:rPr lang="en-US"/>
              <a:t>- Encourage students to use specific, concrete examples in their discussion (e.g., "If a company raises prices, customers might feel the product is too expensive and stop buying it. Owners might see higher profit per sale, but overall sales could drop").</a:t>
            </a:r>
            <a:br>
              <a:rPr lang="en-US"/>
            </a:br>
            <a:r>
              <a:rPr lang="en-US"/>
              <a:t>- As students share out, guide the discussion to ensure more than one type of stakeholder and business decision is addressed.</a:t>
            </a:r>
            <a:br>
              <a:rPr lang="en-US"/>
            </a:br>
            <a:r>
              <a:rPr lang="en-US"/>
              <a:t>- If students struggle to come up with ideas, prompt with guiding questions like: "How would lowering wages affect employees? How would changing suppliers affect the local community?"</a:t>
            </a:r>
            <a:br>
              <a:rPr lang="en-US"/>
            </a:br>
            <a:r>
              <a:rPr lang="en-US"/>
              <a:t>- Reinforce the big idea: responsible businesses consider the ripple effects of their choices across all their stakeholders, not just their own profits or losses.</a:t>
            </a:r>
            <a:br>
              <a:rPr lang="en-US"/>
            </a:br>
            <a:r>
              <a:rPr lang="en-US"/>
              <a:t>    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assets/images/backgrounds/scholarly.sv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840" y="303467"/>
            <a:ext cx="1016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934720" y="2648903"/>
            <a:ext cx="7172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Stakeholders are all individuals or groups who can affect or are affected by a business’s actions: owners, employees, customers, suppliers, local community, and more. Choose two stakeholders and discuss how a business decision (like raising prices or cutting costs) might impact each. Share your ideas in your group.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34720" y="1455610"/>
            <a:ext cx="7172960" cy="117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677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57677F"/>
                </a:solidFill>
                <a:latin typeface="Georgia"/>
                <a:ea typeface="Georgia"/>
                <a:cs typeface="Georgia"/>
                <a:sym typeface="Georgia"/>
              </a:rPr>
              <a:t>Stakeholder Model &amp; Responsibility Discussion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